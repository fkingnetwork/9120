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</p:sldIdLst>
  <p:sldSz cx="30238700" cy="42767250"/>
  <p:notesSz cx="6858000" cy="9144000"/>
  <p:defaultTextStyle>
    <a:defPPr>
      <a:defRPr lang="en-US"/>
    </a:defPPr>
    <a:lvl1pPr marL="0" algn="l" defTabSz="208588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5884" algn="l" defTabSz="208588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1767" algn="l" defTabSz="208588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57651" algn="l" defTabSz="208588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43534" algn="l" defTabSz="208588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29418" algn="l" defTabSz="208588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15301" algn="l" defTabSz="208588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01185" algn="l" defTabSz="208588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687068" algn="l" defTabSz="2085884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70">
          <p15:clr>
            <a:srgbClr val="A4A3A4"/>
          </p15:clr>
        </p15:guide>
        <p15:guide id="2" pos="95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4726"/>
    <a:srgbClr val="FBCD6B"/>
    <a:srgbClr val="E64626"/>
    <a:srgbClr val="12416C"/>
    <a:srgbClr val="272727"/>
    <a:srgbClr val="CE1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510665-159F-4A45-95AD-FFCA342438EC}" v="1" dt="2026-09-09T10:33:49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" d="100"/>
          <a:sy n="15" d="100"/>
        </p:scale>
        <p:origin x="2360" y="88"/>
      </p:cViewPr>
      <p:guideLst>
        <p:guide orient="horz" pos="13470"/>
        <p:guide pos="95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Polash" userId="f466a468-4839-4693-a2c9-28c32928defd" providerId="ADAL" clId="{EDCF3755-7808-44FC-B992-6205FEB51B2F}"/>
    <pc:docChg chg="custSel modSld">
      <pc:chgData name="Mohammad Polash" userId="f466a468-4839-4693-a2c9-28c32928defd" providerId="ADAL" clId="{EDCF3755-7808-44FC-B992-6205FEB51B2F}" dt="2026-09-09T10:34:57.605" v="451" actId="20577"/>
      <pc:docMkLst>
        <pc:docMk/>
      </pc:docMkLst>
      <pc:sldChg chg="addSp delSp modSp mod">
        <pc:chgData name="Mohammad Polash" userId="f466a468-4839-4693-a2c9-28c32928defd" providerId="ADAL" clId="{EDCF3755-7808-44FC-B992-6205FEB51B2F}" dt="2026-09-09T10:34:57.605" v="451" actId="20577"/>
        <pc:sldMkLst>
          <pc:docMk/>
          <pc:sldMk cId="1171453620" sldId="269"/>
        </pc:sldMkLst>
        <pc:spChg chg="add mod">
          <ac:chgData name="Mohammad Polash" userId="f466a468-4839-4693-a2c9-28c32928defd" providerId="ADAL" clId="{EDCF3755-7808-44FC-B992-6205FEB51B2F}" dt="2026-09-09T10:34:57.605" v="451" actId="20577"/>
          <ac:spMkLst>
            <pc:docMk/>
            <pc:sldMk cId="1171453620" sldId="269"/>
            <ac:spMk id="2" creationId="{D1E1FB22-D6E3-7AEB-3FA7-101E5195C571}"/>
          </ac:spMkLst>
        </pc:spChg>
        <pc:spChg chg="mod">
          <ac:chgData name="Mohammad Polash" userId="f466a468-4839-4693-a2c9-28c32928defd" providerId="ADAL" clId="{EDCF3755-7808-44FC-B992-6205FEB51B2F}" dt="2026-09-09T10:33:35.344" v="381" actId="6549"/>
          <ac:spMkLst>
            <pc:docMk/>
            <pc:sldMk cId="1171453620" sldId="269"/>
            <ac:spMk id="5" creationId="{9CB5956D-79D0-1E37-F408-C318B991AD9A}"/>
          </ac:spMkLst>
        </pc:spChg>
        <pc:spChg chg="del">
          <ac:chgData name="Mohammad Polash" userId="f466a468-4839-4693-a2c9-28c32928defd" providerId="ADAL" clId="{EDCF3755-7808-44FC-B992-6205FEB51B2F}" dt="2026-09-09T10:33:13.615" v="373" actId="478"/>
          <ac:spMkLst>
            <pc:docMk/>
            <pc:sldMk cId="1171453620" sldId="269"/>
            <ac:spMk id="6" creationId="{BFFAD7B3-44D7-D629-93BB-0CBF95F0F23C}"/>
          </ac:spMkLst>
        </pc:spChg>
        <pc:spChg chg="del">
          <ac:chgData name="Mohammad Polash" userId="f466a468-4839-4693-a2c9-28c32928defd" providerId="ADAL" clId="{EDCF3755-7808-44FC-B992-6205FEB51B2F}" dt="2026-09-09T10:33:18.515" v="374" actId="478"/>
          <ac:spMkLst>
            <pc:docMk/>
            <pc:sldMk cId="1171453620" sldId="269"/>
            <ac:spMk id="17" creationId="{AAF8D3A5-307E-A270-9A7C-9CE8AE00FB3E}"/>
          </ac:spMkLst>
        </pc:spChg>
        <pc:spChg chg="mod">
          <ac:chgData name="Mohammad Polash" userId="f466a468-4839-4693-a2c9-28c32928defd" providerId="ADAL" clId="{EDCF3755-7808-44FC-B992-6205FEB51B2F}" dt="2026-09-09T10:32:55.417" v="343" actId="20577"/>
          <ac:spMkLst>
            <pc:docMk/>
            <pc:sldMk cId="1171453620" sldId="269"/>
            <ac:spMk id="60" creationId="{E3672748-11D1-1608-695E-DCB8AAD6246F}"/>
          </ac:spMkLst>
        </pc:spChg>
        <pc:picChg chg="del">
          <ac:chgData name="Mohammad Polash" userId="f466a468-4839-4693-a2c9-28c32928defd" providerId="ADAL" clId="{EDCF3755-7808-44FC-B992-6205FEB51B2F}" dt="2026-09-09T10:33:22.929" v="376" actId="478"/>
          <ac:picMkLst>
            <pc:docMk/>
            <pc:sldMk cId="1171453620" sldId="269"/>
            <ac:picMk id="3" creationId="{32D5A37C-5D81-F3DF-2D42-DEE53AA684EE}"/>
          </ac:picMkLst>
        </pc:picChg>
        <pc:picChg chg="del">
          <ac:chgData name="Mohammad Polash" userId="f466a468-4839-4693-a2c9-28c32928defd" providerId="ADAL" clId="{EDCF3755-7808-44FC-B992-6205FEB51B2F}" dt="2026-09-09T10:33:21.106" v="375" actId="478"/>
          <ac:picMkLst>
            <pc:docMk/>
            <pc:sldMk cId="1171453620" sldId="269"/>
            <ac:picMk id="8" creationId="{CF3C0741-DFAD-4916-66C8-61909F71D028}"/>
          </ac:picMkLst>
        </pc:picChg>
        <pc:picChg chg="del">
          <ac:chgData name="Mohammad Polash" userId="f466a468-4839-4693-a2c9-28c32928defd" providerId="ADAL" clId="{EDCF3755-7808-44FC-B992-6205FEB51B2F}" dt="2026-09-09T10:33:24.741" v="377" actId="478"/>
          <ac:picMkLst>
            <pc:docMk/>
            <pc:sldMk cId="1171453620" sldId="269"/>
            <ac:picMk id="10" creationId="{1DF6B3A2-96DB-C938-EEF1-B6C2C64D905F}"/>
          </ac:picMkLst>
        </pc:picChg>
        <pc:picChg chg="del">
          <ac:chgData name="Mohammad Polash" userId="f466a468-4839-4693-a2c9-28c32928defd" providerId="ADAL" clId="{EDCF3755-7808-44FC-B992-6205FEB51B2F}" dt="2026-09-09T10:33:26.475" v="378" actId="478"/>
          <ac:picMkLst>
            <pc:docMk/>
            <pc:sldMk cId="1171453620" sldId="269"/>
            <ac:picMk id="13" creationId="{FF31CDC4-C4CA-6CA0-70AC-F02708907545}"/>
          </ac:picMkLst>
        </pc:picChg>
        <pc:picChg chg="del">
          <ac:chgData name="Mohammad Polash" userId="f466a468-4839-4693-a2c9-28c32928defd" providerId="ADAL" clId="{EDCF3755-7808-44FC-B992-6205FEB51B2F}" dt="2026-09-09T10:33:28.113" v="379" actId="478"/>
          <ac:picMkLst>
            <pc:docMk/>
            <pc:sldMk cId="1171453620" sldId="269"/>
            <ac:picMk id="15" creationId="{26DF8C3B-438E-A68A-F564-5E1BA05B2FA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7903" y="13285572"/>
            <a:ext cx="25702895" cy="9167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35806" y="24234774"/>
            <a:ext cx="21167090" cy="1092940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85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71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576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43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29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5153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6011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687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675B-DDFC-3444-B2B3-27FABDDBE67B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675B-DDFC-3444-B2B3-27FABDDBE67B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8649" y="27481922"/>
            <a:ext cx="25702895" cy="8494051"/>
          </a:xfrm>
        </p:spPr>
        <p:txBody>
          <a:bodyPr anchor="t"/>
          <a:lstStyle>
            <a:lvl1pPr algn="l">
              <a:defRPr sz="18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8649" y="18126590"/>
            <a:ext cx="25702895" cy="9355332"/>
          </a:xfrm>
        </p:spPr>
        <p:txBody>
          <a:bodyPr anchor="b"/>
          <a:lstStyle>
            <a:lvl1pPr marL="0" indent="0">
              <a:buNone/>
              <a:defRPr sz="9100">
                <a:solidFill>
                  <a:schemeClr val="tx1">
                    <a:tint val="75000"/>
                  </a:schemeClr>
                </a:solidFill>
              </a:defRPr>
            </a:lvl1pPr>
            <a:lvl2pPr marL="2085884" indent="0">
              <a:buNone/>
              <a:defRPr sz="8200">
                <a:solidFill>
                  <a:schemeClr val="tx1">
                    <a:tint val="75000"/>
                  </a:schemeClr>
                </a:solidFill>
              </a:defRPr>
            </a:lvl2pPr>
            <a:lvl3pPr marL="4171767" indent="0">
              <a:buNone/>
              <a:defRPr sz="7300">
                <a:solidFill>
                  <a:schemeClr val="tx1">
                    <a:tint val="75000"/>
                  </a:schemeClr>
                </a:solidFill>
              </a:defRPr>
            </a:lvl3pPr>
            <a:lvl4pPr marL="6257651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8343534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10429418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2515301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4601185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6687068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675B-DDFC-3444-B2B3-27FABDDBE67B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1448" y="44004736"/>
            <a:ext cx="63391023" cy="124440817"/>
          </a:xfrm>
        </p:spPr>
        <p:txBody>
          <a:bodyPr/>
          <a:lstStyle>
            <a:lvl1pPr>
              <a:defRPr sz="12800"/>
            </a:lvl1pPr>
            <a:lvl2pPr>
              <a:defRPr sz="10900"/>
            </a:lvl2pPr>
            <a:lvl3pPr>
              <a:defRPr sz="91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966451" y="44004736"/>
            <a:ext cx="63391026" cy="124440817"/>
          </a:xfrm>
        </p:spPr>
        <p:txBody>
          <a:bodyPr/>
          <a:lstStyle>
            <a:lvl1pPr>
              <a:defRPr sz="12800"/>
            </a:lvl1pPr>
            <a:lvl2pPr>
              <a:defRPr sz="10900"/>
            </a:lvl2pPr>
            <a:lvl3pPr>
              <a:defRPr sz="91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675B-DDFC-3444-B2B3-27FABDDBE67B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36" y="1712673"/>
            <a:ext cx="27214830" cy="71278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935" y="9573135"/>
            <a:ext cx="13360677" cy="3989628"/>
          </a:xfrm>
        </p:spPr>
        <p:txBody>
          <a:bodyPr anchor="b"/>
          <a:lstStyle>
            <a:lvl1pPr marL="0" indent="0">
              <a:buNone/>
              <a:defRPr sz="10900" b="1"/>
            </a:lvl1pPr>
            <a:lvl2pPr marL="2085884" indent="0">
              <a:buNone/>
              <a:defRPr sz="9100" b="1"/>
            </a:lvl2pPr>
            <a:lvl3pPr marL="4171767" indent="0">
              <a:buNone/>
              <a:defRPr sz="8200" b="1"/>
            </a:lvl3pPr>
            <a:lvl4pPr marL="6257651" indent="0">
              <a:buNone/>
              <a:defRPr sz="7300" b="1"/>
            </a:lvl4pPr>
            <a:lvl5pPr marL="8343534" indent="0">
              <a:buNone/>
              <a:defRPr sz="7300" b="1"/>
            </a:lvl5pPr>
            <a:lvl6pPr marL="10429418" indent="0">
              <a:buNone/>
              <a:defRPr sz="7300" b="1"/>
            </a:lvl6pPr>
            <a:lvl7pPr marL="12515301" indent="0">
              <a:buNone/>
              <a:defRPr sz="7300" b="1"/>
            </a:lvl7pPr>
            <a:lvl8pPr marL="14601185" indent="0">
              <a:buNone/>
              <a:defRPr sz="7300" b="1"/>
            </a:lvl8pPr>
            <a:lvl9pPr marL="16687068" indent="0">
              <a:buNone/>
              <a:defRPr sz="7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1935" y="13562763"/>
            <a:ext cx="13360677" cy="24640671"/>
          </a:xfrm>
        </p:spPr>
        <p:txBody>
          <a:bodyPr/>
          <a:lstStyle>
            <a:lvl1pPr>
              <a:defRPr sz="10900"/>
            </a:lvl1pPr>
            <a:lvl2pPr>
              <a:defRPr sz="9100"/>
            </a:lvl2pPr>
            <a:lvl3pPr>
              <a:defRPr sz="8200"/>
            </a:lvl3pPr>
            <a:lvl4pPr>
              <a:defRPr sz="7300"/>
            </a:lvl4pPr>
            <a:lvl5pPr>
              <a:defRPr sz="7300"/>
            </a:lvl5pPr>
            <a:lvl6pPr>
              <a:defRPr sz="7300"/>
            </a:lvl6pPr>
            <a:lvl7pPr>
              <a:defRPr sz="7300"/>
            </a:lvl7pPr>
            <a:lvl8pPr>
              <a:defRPr sz="7300"/>
            </a:lvl8pPr>
            <a:lvl9pPr>
              <a:defRPr sz="7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60842" y="9573135"/>
            <a:ext cx="13365925" cy="3989628"/>
          </a:xfrm>
        </p:spPr>
        <p:txBody>
          <a:bodyPr anchor="b"/>
          <a:lstStyle>
            <a:lvl1pPr marL="0" indent="0">
              <a:buNone/>
              <a:defRPr sz="10900" b="1"/>
            </a:lvl1pPr>
            <a:lvl2pPr marL="2085884" indent="0">
              <a:buNone/>
              <a:defRPr sz="9100" b="1"/>
            </a:lvl2pPr>
            <a:lvl3pPr marL="4171767" indent="0">
              <a:buNone/>
              <a:defRPr sz="8200" b="1"/>
            </a:lvl3pPr>
            <a:lvl4pPr marL="6257651" indent="0">
              <a:buNone/>
              <a:defRPr sz="7300" b="1"/>
            </a:lvl4pPr>
            <a:lvl5pPr marL="8343534" indent="0">
              <a:buNone/>
              <a:defRPr sz="7300" b="1"/>
            </a:lvl5pPr>
            <a:lvl6pPr marL="10429418" indent="0">
              <a:buNone/>
              <a:defRPr sz="7300" b="1"/>
            </a:lvl6pPr>
            <a:lvl7pPr marL="12515301" indent="0">
              <a:buNone/>
              <a:defRPr sz="7300" b="1"/>
            </a:lvl7pPr>
            <a:lvl8pPr marL="14601185" indent="0">
              <a:buNone/>
              <a:defRPr sz="7300" b="1"/>
            </a:lvl8pPr>
            <a:lvl9pPr marL="16687068" indent="0">
              <a:buNone/>
              <a:defRPr sz="7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60842" y="13562763"/>
            <a:ext cx="13365925" cy="24640671"/>
          </a:xfrm>
        </p:spPr>
        <p:txBody>
          <a:bodyPr/>
          <a:lstStyle>
            <a:lvl1pPr>
              <a:defRPr sz="10900"/>
            </a:lvl1pPr>
            <a:lvl2pPr>
              <a:defRPr sz="9100"/>
            </a:lvl2pPr>
            <a:lvl3pPr>
              <a:defRPr sz="8200"/>
            </a:lvl3pPr>
            <a:lvl4pPr>
              <a:defRPr sz="7300"/>
            </a:lvl4pPr>
            <a:lvl5pPr>
              <a:defRPr sz="7300"/>
            </a:lvl5pPr>
            <a:lvl6pPr>
              <a:defRPr sz="7300"/>
            </a:lvl6pPr>
            <a:lvl7pPr>
              <a:defRPr sz="7300"/>
            </a:lvl7pPr>
            <a:lvl8pPr>
              <a:defRPr sz="7300"/>
            </a:lvl8pPr>
            <a:lvl9pPr>
              <a:defRPr sz="7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675B-DDFC-3444-B2B3-27FABDDBE67B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675B-DDFC-3444-B2B3-27FABDDBE67B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675B-DDFC-3444-B2B3-27FABDDBE67B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37" y="1702770"/>
            <a:ext cx="9948324" cy="7246673"/>
          </a:xfrm>
        </p:spPr>
        <p:txBody>
          <a:bodyPr anchor="b"/>
          <a:lstStyle>
            <a:lvl1pPr algn="l">
              <a:defRPr sz="91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22492" y="1702774"/>
            <a:ext cx="16904273" cy="36500663"/>
          </a:xfrm>
        </p:spPr>
        <p:txBody>
          <a:bodyPr/>
          <a:lstStyle>
            <a:lvl1pPr>
              <a:defRPr sz="14600"/>
            </a:lvl1pPr>
            <a:lvl2pPr>
              <a:defRPr sz="12800"/>
            </a:lvl2pPr>
            <a:lvl3pPr>
              <a:defRPr sz="10900"/>
            </a:lvl3pPr>
            <a:lvl4pPr>
              <a:defRPr sz="9100"/>
            </a:lvl4pPr>
            <a:lvl5pPr>
              <a:defRPr sz="9100"/>
            </a:lvl5pPr>
            <a:lvl6pPr>
              <a:defRPr sz="9100"/>
            </a:lvl6pPr>
            <a:lvl7pPr>
              <a:defRPr sz="9100"/>
            </a:lvl7pPr>
            <a:lvl8pPr>
              <a:defRPr sz="9100"/>
            </a:lvl8pPr>
            <a:lvl9pPr>
              <a:defRPr sz="9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937" y="8949447"/>
            <a:ext cx="9948324" cy="29253990"/>
          </a:xfrm>
        </p:spPr>
        <p:txBody>
          <a:bodyPr/>
          <a:lstStyle>
            <a:lvl1pPr marL="0" indent="0">
              <a:buNone/>
              <a:defRPr sz="6400"/>
            </a:lvl1pPr>
            <a:lvl2pPr marL="2085884" indent="0">
              <a:buNone/>
              <a:defRPr sz="5500"/>
            </a:lvl2pPr>
            <a:lvl3pPr marL="4171767" indent="0">
              <a:buNone/>
              <a:defRPr sz="4600"/>
            </a:lvl3pPr>
            <a:lvl4pPr marL="6257651" indent="0">
              <a:buNone/>
              <a:defRPr sz="4100"/>
            </a:lvl4pPr>
            <a:lvl5pPr marL="8343534" indent="0">
              <a:buNone/>
              <a:defRPr sz="4100"/>
            </a:lvl5pPr>
            <a:lvl6pPr marL="10429418" indent="0">
              <a:buNone/>
              <a:defRPr sz="4100"/>
            </a:lvl6pPr>
            <a:lvl7pPr marL="12515301" indent="0">
              <a:buNone/>
              <a:defRPr sz="4100"/>
            </a:lvl7pPr>
            <a:lvl8pPr marL="14601185" indent="0">
              <a:buNone/>
              <a:defRPr sz="4100"/>
            </a:lvl8pPr>
            <a:lvl9pPr marL="16687068" indent="0">
              <a:buNone/>
              <a:defRPr sz="4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675B-DDFC-3444-B2B3-27FABDDBE67B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997" y="29937076"/>
            <a:ext cx="18143220" cy="3534241"/>
          </a:xfrm>
        </p:spPr>
        <p:txBody>
          <a:bodyPr anchor="b"/>
          <a:lstStyle>
            <a:lvl1pPr algn="l">
              <a:defRPr sz="91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26997" y="3821333"/>
            <a:ext cx="18143220" cy="25660350"/>
          </a:xfrm>
        </p:spPr>
        <p:txBody>
          <a:bodyPr/>
          <a:lstStyle>
            <a:lvl1pPr marL="0" indent="0">
              <a:buNone/>
              <a:defRPr sz="14600"/>
            </a:lvl1pPr>
            <a:lvl2pPr marL="2085884" indent="0">
              <a:buNone/>
              <a:defRPr sz="12800"/>
            </a:lvl2pPr>
            <a:lvl3pPr marL="4171767" indent="0">
              <a:buNone/>
              <a:defRPr sz="10900"/>
            </a:lvl3pPr>
            <a:lvl4pPr marL="6257651" indent="0">
              <a:buNone/>
              <a:defRPr sz="9100"/>
            </a:lvl4pPr>
            <a:lvl5pPr marL="8343534" indent="0">
              <a:buNone/>
              <a:defRPr sz="9100"/>
            </a:lvl5pPr>
            <a:lvl6pPr marL="10429418" indent="0">
              <a:buNone/>
              <a:defRPr sz="9100"/>
            </a:lvl6pPr>
            <a:lvl7pPr marL="12515301" indent="0">
              <a:buNone/>
              <a:defRPr sz="9100"/>
            </a:lvl7pPr>
            <a:lvl8pPr marL="14601185" indent="0">
              <a:buNone/>
              <a:defRPr sz="9100"/>
            </a:lvl8pPr>
            <a:lvl9pPr marL="16687068" indent="0">
              <a:buNone/>
              <a:defRPr sz="91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26997" y="33471317"/>
            <a:ext cx="18143220" cy="5019209"/>
          </a:xfrm>
        </p:spPr>
        <p:txBody>
          <a:bodyPr/>
          <a:lstStyle>
            <a:lvl1pPr marL="0" indent="0">
              <a:buNone/>
              <a:defRPr sz="6400"/>
            </a:lvl1pPr>
            <a:lvl2pPr marL="2085884" indent="0">
              <a:buNone/>
              <a:defRPr sz="5500"/>
            </a:lvl2pPr>
            <a:lvl3pPr marL="4171767" indent="0">
              <a:buNone/>
              <a:defRPr sz="4600"/>
            </a:lvl3pPr>
            <a:lvl4pPr marL="6257651" indent="0">
              <a:buNone/>
              <a:defRPr sz="4100"/>
            </a:lvl4pPr>
            <a:lvl5pPr marL="8343534" indent="0">
              <a:buNone/>
              <a:defRPr sz="4100"/>
            </a:lvl5pPr>
            <a:lvl6pPr marL="10429418" indent="0">
              <a:buNone/>
              <a:defRPr sz="4100"/>
            </a:lvl6pPr>
            <a:lvl7pPr marL="12515301" indent="0">
              <a:buNone/>
              <a:defRPr sz="4100"/>
            </a:lvl7pPr>
            <a:lvl8pPr marL="14601185" indent="0">
              <a:buNone/>
              <a:defRPr sz="4100"/>
            </a:lvl8pPr>
            <a:lvl9pPr marL="16687068" indent="0">
              <a:buNone/>
              <a:defRPr sz="4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675B-DDFC-3444-B2B3-27FABDDBE67B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675B-DDFC-3444-B2B3-27FABDDBE67B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538592" y="7553572"/>
            <a:ext cx="31818884" cy="1608919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1449" y="7553572"/>
            <a:ext cx="94963166" cy="1608919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675B-DDFC-3444-B2B3-27FABDDBE67B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1936" y="1712673"/>
            <a:ext cx="27214830" cy="7127875"/>
          </a:xfrm>
          <a:prstGeom prst="rect">
            <a:avLst/>
          </a:prstGeom>
        </p:spPr>
        <p:txBody>
          <a:bodyPr vert="horz" lIns="417177" tIns="208588" rIns="417177" bIns="20858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936" y="9979028"/>
            <a:ext cx="27214830" cy="28224408"/>
          </a:xfrm>
          <a:prstGeom prst="rect">
            <a:avLst/>
          </a:prstGeom>
        </p:spPr>
        <p:txBody>
          <a:bodyPr vert="horz" lIns="417177" tIns="208588" rIns="417177" bIns="20858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1936" y="39638908"/>
            <a:ext cx="7055697" cy="2276960"/>
          </a:xfrm>
          <a:prstGeom prst="rect">
            <a:avLst/>
          </a:prstGeom>
        </p:spPr>
        <p:txBody>
          <a:bodyPr vert="horz" lIns="417177" tIns="208588" rIns="417177" bIns="208588" rtlCol="0" anchor="ctr"/>
          <a:lstStyle>
            <a:lvl1pPr algn="l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9675B-DDFC-3444-B2B3-27FABDDBE67B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31556" y="39638908"/>
            <a:ext cx="9575589" cy="2276960"/>
          </a:xfrm>
          <a:prstGeom prst="rect">
            <a:avLst/>
          </a:prstGeom>
        </p:spPr>
        <p:txBody>
          <a:bodyPr vert="horz" lIns="417177" tIns="208588" rIns="417177" bIns="208588" rtlCol="0" anchor="ctr"/>
          <a:lstStyle>
            <a:lvl1pPr algn="ct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71069" y="39638908"/>
            <a:ext cx="7055697" cy="2276960"/>
          </a:xfrm>
          <a:prstGeom prst="rect">
            <a:avLst/>
          </a:prstGeom>
        </p:spPr>
        <p:txBody>
          <a:bodyPr vert="horz" lIns="417177" tIns="208588" rIns="417177" bIns="208588" rtlCol="0" anchor="ctr"/>
          <a:lstStyle>
            <a:lvl1pPr algn="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35DED-324E-1F49-BCF2-3EAC90B8F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085884" rtl="0" eaLnBrk="1" latinLnBrk="0" hangingPunct="1">
        <a:spcBef>
          <a:spcPct val="0"/>
        </a:spcBef>
        <a:buNone/>
        <a:defRPr sz="20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64413" indent="-1564413" algn="l" defTabSz="2085884" rtl="0" eaLnBrk="1" latinLnBrk="0" hangingPunct="1">
        <a:spcBef>
          <a:spcPct val="20000"/>
        </a:spcBef>
        <a:buFont typeface="Arial"/>
        <a:buChar char="•"/>
        <a:defRPr sz="14600" kern="1200">
          <a:solidFill>
            <a:schemeClr val="tx1"/>
          </a:solidFill>
          <a:latin typeface="+mn-lt"/>
          <a:ea typeface="+mn-ea"/>
          <a:cs typeface="+mn-cs"/>
        </a:defRPr>
      </a:lvl1pPr>
      <a:lvl2pPr marL="3389561" indent="-1303677" algn="l" defTabSz="2085884" rtl="0" eaLnBrk="1" latinLnBrk="0" hangingPunct="1">
        <a:spcBef>
          <a:spcPct val="20000"/>
        </a:spcBef>
        <a:buFont typeface="Arial"/>
        <a:buChar char="–"/>
        <a:defRPr sz="12800" kern="1200">
          <a:solidFill>
            <a:schemeClr val="tx1"/>
          </a:solidFill>
          <a:latin typeface="+mn-lt"/>
          <a:ea typeface="+mn-ea"/>
          <a:cs typeface="+mn-cs"/>
        </a:defRPr>
      </a:lvl2pPr>
      <a:lvl3pPr marL="5214709" indent="-1042942" algn="l" defTabSz="2085884" rtl="0" eaLnBrk="1" latinLnBrk="0" hangingPunct="1">
        <a:spcBef>
          <a:spcPct val="20000"/>
        </a:spcBef>
        <a:buFont typeface="Arial"/>
        <a:buChar char="•"/>
        <a:defRPr sz="10900" kern="1200">
          <a:solidFill>
            <a:schemeClr val="tx1"/>
          </a:solidFill>
          <a:latin typeface="+mn-lt"/>
          <a:ea typeface="+mn-ea"/>
          <a:cs typeface="+mn-cs"/>
        </a:defRPr>
      </a:lvl3pPr>
      <a:lvl4pPr marL="7300592" indent="-1042942" algn="l" defTabSz="2085884" rtl="0" eaLnBrk="1" latinLnBrk="0" hangingPunct="1">
        <a:spcBef>
          <a:spcPct val="20000"/>
        </a:spcBef>
        <a:buFont typeface="Arial"/>
        <a:buChar char="–"/>
        <a:defRPr sz="9100" kern="1200">
          <a:solidFill>
            <a:schemeClr val="tx1"/>
          </a:solidFill>
          <a:latin typeface="+mn-lt"/>
          <a:ea typeface="+mn-ea"/>
          <a:cs typeface="+mn-cs"/>
        </a:defRPr>
      </a:lvl4pPr>
      <a:lvl5pPr marL="9386476" indent="-1042942" algn="l" defTabSz="2085884" rtl="0" eaLnBrk="1" latinLnBrk="0" hangingPunct="1">
        <a:spcBef>
          <a:spcPct val="20000"/>
        </a:spcBef>
        <a:buFont typeface="Arial"/>
        <a:buChar char="»"/>
        <a:defRPr sz="9100" kern="1200">
          <a:solidFill>
            <a:schemeClr val="tx1"/>
          </a:solidFill>
          <a:latin typeface="+mn-lt"/>
          <a:ea typeface="+mn-ea"/>
          <a:cs typeface="+mn-cs"/>
        </a:defRPr>
      </a:lvl5pPr>
      <a:lvl6pPr marL="11472360" indent="-1042942" algn="l" defTabSz="2085884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6pPr>
      <a:lvl7pPr marL="13558243" indent="-1042942" algn="l" defTabSz="2085884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7pPr>
      <a:lvl8pPr marL="15644127" indent="-1042942" algn="l" defTabSz="2085884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8pPr>
      <a:lvl9pPr marL="17730010" indent="-1042942" algn="l" defTabSz="2085884" rtl="0" eaLnBrk="1" latinLnBrk="0" hangingPunct="1">
        <a:spcBef>
          <a:spcPct val="20000"/>
        </a:spcBef>
        <a:buFont typeface="Arial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8588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85884" algn="l" defTabSz="208588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71767" algn="l" defTabSz="208588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57651" algn="l" defTabSz="208588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43534" algn="l" defTabSz="208588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29418" algn="l" defTabSz="208588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515301" algn="l" defTabSz="208588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01185" algn="l" defTabSz="208588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687068" algn="l" defTabSz="2085884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94E8D-ED54-4D20-13A7-A0AF6ACB3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15C40A28-8510-A6AF-0C8E-CEF643C83DF3}"/>
              </a:ext>
            </a:extLst>
          </p:cNvPr>
          <p:cNvSpPr/>
          <p:nvPr/>
        </p:nvSpPr>
        <p:spPr>
          <a:xfrm flipV="1">
            <a:off x="-3" y="39801800"/>
            <a:ext cx="30314903" cy="2965447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182200-38AD-9C1C-0347-035F519F1431}"/>
              </a:ext>
            </a:extLst>
          </p:cNvPr>
          <p:cNvSpPr/>
          <p:nvPr/>
        </p:nvSpPr>
        <p:spPr>
          <a:xfrm flipV="1">
            <a:off x="-67247" y="-3"/>
            <a:ext cx="30350778" cy="6255087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CB5956D-79D0-1E37-F408-C318B991AD9A}"/>
              </a:ext>
            </a:extLst>
          </p:cNvPr>
          <p:cNvSpPr txBox="1">
            <a:spLocks/>
          </p:cNvSpPr>
          <p:nvPr/>
        </p:nvSpPr>
        <p:spPr>
          <a:xfrm>
            <a:off x="9190252" y="2424208"/>
            <a:ext cx="18497163" cy="3546089"/>
          </a:xfrm>
          <a:custGeom>
            <a:avLst/>
            <a:gdLst>
              <a:gd name="connsiteX0" fmla="*/ 0 w 22590031"/>
              <a:gd name="connsiteY0" fmla="*/ 0 h 4495162"/>
              <a:gd name="connsiteX1" fmla="*/ 22590031 w 22590031"/>
              <a:gd name="connsiteY1" fmla="*/ 0 h 4495162"/>
              <a:gd name="connsiteX2" fmla="*/ 22590031 w 22590031"/>
              <a:gd name="connsiteY2" fmla="*/ 4495162 h 4495162"/>
              <a:gd name="connsiteX3" fmla="*/ 0 w 22590031"/>
              <a:gd name="connsiteY3" fmla="*/ 4495162 h 4495162"/>
              <a:gd name="connsiteX4" fmla="*/ 0 w 22590031"/>
              <a:gd name="connsiteY4" fmla="*/ 0 h 4495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90031" h="4495162">
                <a:moveTo>
                  <a:pt x="0" y="0"/>
                </a:moveTo>
                <a:lnTo>
                  <a:pt x="22590031" y="0"/>
                </a:lnTo>
                <a:lnTo>
                  <a:pt x="22590031" y="4495162"/>
                </a:lnTo>
                <a:lnTo>
                  <a:pt x="0" y="4495162"/>
                </a:lnTo>
                <a:lnTo>
                  <a:pt x="0" y="0"/>
                </a:lnTo>
                <a:close/>
              </a:path>
            </a:pathLst>
          </a:custGeom>
        </p:spPr>
        <p:txBody>
          <a:bodyPr vert="horz" lIns="972000" tIns="213576" rIns="427153" bIns="213576" rtlCol="0" anchor="ctr" anchorCtr="0">
            <a:normAutofit fontScale="85000" lnSpcReduction="20000"/>
          </a:bodyPr>
          <a:lstStyle/>
          <a:p>
            <a:pPr>
              <a:spcBef>
                <a:spcPct val="0"/>
              </a:spcBef>
              <a:defRPr/>
            </a:pPr>
            <a:r>
              <a:rPr lang="en-AU" sz="8600" b="1" dirty="0">
                <a:solidFill>
                  <a:schemeClr val="bg1"/>
                </a:solidFill>
                <a:ea typeface="+mn-lt"/>
                <a:cs typeface="+mn-lt"/>
              </a:rPr>
              <a:t>Project Title</a:t>
            </a:r>
          </a:p>
          <a:p>
            <a:pPr>
              <a:spcBef>
                <a:spcPct val="0"/>
              </a:spcBef>
              <a:defRPr/>
            </a:pPr>
            <a:r>
              <a:rPr lang="en-AU" sz="6500" b="1" dirty="0">
                <a:solidFill>
                  <a:schemeClr val="bg1"/>
                </a:solidFill>
                <a:ea typeface="+mn-lt"/>
                <a:cs typeface="+mn-lt"/>
              </a:rPr>
              <a:t>Student Names and emails</a:t>
            </a:r>
          </a:p>
          <a:p>
            <a:pPr>
              <a:spcBef>
                <a:spcPct val="0"/>
              </a:spcBef>
              <a:defRPr/>
            </a:pPr>
            <a:endParaRPr lang="en-AU" sz="6500" b="1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spcBef>
                <a:spcPct val="0"/>
              </a:spcBef>
              <a:defRPr/>
            </a:pPr>
            <a:r>
              <a:rPr lang="en-US" sz="7100" b="1" dirty="0">
                <a:solidFill>
                  <a:srgbClr val="000000"/>
                </a:solidFill>
                <a:ea typeface="+mn-lt"/>
                <a:cs typeface="Arial"/>
              </a:rPr>
              <a:t> </a:t>
            </a:r>
            <a:endParaRPr lang="en-AU" sz="7100" b="1" dirty="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ABBCFA-A5AF-AFF2-2865-E1C1EE9C0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788" y="1240470"/>
            <a:ext cx="7014079" cy="2426103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E3672748-11D1-1608-695E-DCB8AAD6246F}"/>
              </a:ext>
            </a:extLst>
          </p:cNvPr>
          <p:cNvSpPr txBox="1"/>
          <p:nvPr/>
        </p:nvSpPr>
        <p:spPr>
          <a:xfrm>
            <a:off x="10039350" y="628650"/>
            <a:ext cx="1519358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9600" b="1" dirty="0">
                <a:latin typeface="Tw Cen MT" panose="020B0602020104020603" pitchFamily="34" charset="0"/>
              </a:rPr>
              <a:t>COMP9120: Semester 2 2026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1FED7F2-62BB-3A2A-E6EF-37C0EE977E29}"/>
              </a:ext>
            </a:extLst>
          </p:cNvPr>
          <p:cNvSpPr txBox="1"/>
          <p:nvPr/>
        </p:nvSpPr>
        <p:spPr>
          <a:xfrm>
            <a:off x="6980091" y="26355860"/>
            <a:ext cx="19435942" cy="84242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E1FB22-D6E3-7AEB-3FA7-101E5195C571}"/>
              </a:ext>
            </a:extLst>
          </p:cNvPr>
          <p:cNvSpPr txBox="1"/>
          <p:nvPr/>
        </p:nvSpPr>
        <p:spPr>
          <a:xfrm>
            <a:off x="1246788" y="40277143"/>
            <a:ext cx="2740441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>
                <a:solidFill>
                  <a:schemeClr val="bg1"/>
                </a:solidFill>
              </a:rPr>
              <a:t>Acknowledgements</a:t>
            </a: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453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USYD_conference poster templates PORTRAIT_R[2]">
  <a:themeElements>
    <a:clrScheme name="USY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CE1126"/>
      </a:accent1>
      <a:accent2>
        <a:srgbClr val="12416C"/>
      </a:accent2>
      <a:accent3>
        <a:srgbClr val="F9B72C"/>
      </a:accent3>
      <a:accent4>
        <a:srgbClr val="FBCD6B"/>
      </a:accent4>
      <a:accent5>
        <a:srgbClr val="006699"/>
      </a:accent5>
      <a:accent6>
        <a:srgbClr val="361D2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2b3e37e-8171-485d-b10b-38dae7ed14a8}" enabled="0" method="" siteId="{82b3e37e-8171-485d-b10b-38dae7ed14a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Poster-template</Template>
  <TotalTime>0</TotalTime>
  <Words>13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Tw Cen MT</vt:lpstr>
      <vt:lpstr>USYD_conference poster templates PORTRAIT_R[2]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Zhiyong WANG</dc:creator>
  <cp:lastModifiedBy>Mohammad Polash</cp:lastModifiedBy>
  <cp:revision>1</cp:revision>
  <dcterms:created xsi:type="dcterms:W3CDTF">2019-01-25T01:49:48Z</dcterms:created>
  <dcterms:modified xsi:type="dcterms:W3CDTF">2026-09-09T10:34:58Z</dcterms:modified>
</cp:coreProperties>
</file>